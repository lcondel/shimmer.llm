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TOURON S.A.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Catálogo de Productos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Quiénes somos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Razón social: TOURON S.A. | NIF: A28237428</a:t>
            </a:r>
          </a:p>
          <a:p>
            <a:pPr>
              <a:defRPr sz="2000"/>
            </a:pPr>
            <a:r>
              <a:t>Fundación: 1958</a:t>
            </a:r>
          </a:p>
          <a:p>
            <a:pPr>
              <a:defRPr sz="2000"/>
            </a:pPr>
            <a:r>
              <a:t>Primer distribuidor Mercury en España</a:t>
            </a:r>
          </a:p>
          <a:p>
            <a:pPr>
              <a:defRPr sz="2000"/>
            </a:pPr>
            <a:r>
              <a:t>Grupo: Brunswick Marine EMEA</a:t>
            </a:r>
          </a:p>
          <a:p>
            <a:pPr>
              <a:defRPr sz="2000"/>
            </a:pPr>
            <a:r>
              <a:t>+50 empleados | +65 años | +300 clientes activos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Motores fueraborda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Mercury Verado: V12 7.6L 600CV | V10 5.7L 350–400CV | V8 4.6L 250–300CV</a:t>
            </a:r>
          </a:p>
          <a:p>
            <a:pPr>
              <a:defRPr sz="2000"/>
            </a:pPr>
            <a:r>
              <a:t>Mercury FourStroke: 2.5–300 CV</a:t>
            </a:r>
          </a:p>
          <a:p>
            <a:pPr>
              <a:defRPr sz="2000"/>
            </a:pPr>
            <a:r>
              <a:t>Mercury Pro XS: 115–300 CV</a:t>
            </a:r>
          </a:p>
          <a:p>
            <a:pPr>
              <a:defRPr sz="2000"/>
            </a:pPr>
            <a:r>
              <a:t>Mercury SeaPro: 15–500 CV</a:t>
            </a:r>
          </a:p>
          <a:p>
            <a:pPr>
              <a:defRPr sz="2000"/>
            </a:pPr>
            <a:r>
              <a:t>Mercury ProKicker: 9.9–25 CV</a:t>
            </a:r>
          </a:p>
          <a:p>
            <a:pPr>
              <a:defRPr sz="2000"/>
            </a:pPr>
            <a:r>
              <a:t>Mercury Racing: R-Series 150R–500R | Competition 200 APX, 360 APX, 300 ROS</a:t>
            </a:r>
          </a:p>
          <a:p>
            <a:pPr>
              <a:defRPr sz="2000"/>
            </a:pPr>
            <a:r>
              <a:t>Mercury Avator: 7.5e–110e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Motores inborda / dentro-fueraborda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MerCruiser: 200–430 CV gasolina</a:t>
            </a:r>
          </a:p>
          <a:p>
            <a:pPr>
              <a:defRPr sz="2000"/>
            </a:pPr>
            <a:r>
              <a:t>Mercury Diesel: 115–550 CV</a:t>
            </a:r>
          </a:p>
          <a:p>
            <a:pPr>
              <a:defRPr sz="2000"/>
            </a:pPr>
            <a:r>
              <a:t>Cummins Marine Quantum: QSB6.7 230–550CV | QSC8.3 490–600CV | QSL9 285–405CV | QSM11 300–715CV</a:t>
            </a:r>
          </a:p>
          <a:p>
            <a:pPr>
              <a:defRPr sz="2000"/>
            </a:pPr>
            <a:r>
              <a:t>Cummins Onan: 4–110 kW</a:t>
            </a:r>
          </a:p>
          <a:p>
            <a:pPr>
              <a:defRPr sz="2000"/>
            </a:pPr>
            <a:r>
              <a:t>MotorGuide: eléctricos para pesca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Embarcaciones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Quicksilver: Open | Sundeck | Cabin/Cruiser | Weekend | Pilothouse</a:t>
            </a:r>
          </a:p>
          <a:p>
            <a:pPr>
              <a:defRPr sz="2000"/>
            </a:pPr>
            <a:r>
              <a:t>Bayliner: Element/Deck | Trophy | VR Bowrider | Cuddy | Ciera</a:t>
            </a:r>
          </a:p>
          <a:p>
            <a:pPr>
              <a:defRPr sz="2000"/>
            </a:pPr>
            <a:r>
              <a:t>Navan: S30 | T30</a:t>
            </a:r>
          </a:p>
          <a:p>
            <a:pPr>
              <a:defRPr sz="2000"/>
            </a:pPr>
            <a:r>
              <a:t>Heyday: H20 | H22</a:t>
            </a:r>
          </a:p>
          <a:p>
            <a:pPr>
              <a:defRPr sz="2000"/>
            </a:pPr>
            <a:r>
              <a:t>Quicksilver Inflatables: Tendy | AirDeck | Sport | Alu-Rib</a:t>
            </a:r>
          </a:p>
          <a:p>
            <a:pPr>
              <a:defRPr sz="2000"/>
            </a:pPr>
            <a:r>
              <a:t>Talamex: Aqualine | Comfortline | Highline | Greenline | Heavy Duty | Silverline</a:t>
            </a:r>
          </a:p>
          <a:p>
            <a:pPr>
              <a:defRPr sz="2000"/>
            </a:pPr>
            <a:r>
              <a:t>Walker Bay: 2.5–3.5 m | modulares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Conectividad SmartCraft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VesselView: pantallas táctiles, monitorización motor</a:t>
            </a:r>
          </a:p>
          <a:p>
            <a:pPr>
              <a:defRPr sz="2000"/>
            </a:pPr>
            <a:r>
              <a:t>VesselView Mobile: telemetría Bluetooth al smartphone</a:t>
            </a:r>
          </a:p>
          <a:p>
            <a:pPr>
              <a:defRPr sz="2000"/>
            </a:pPr>
            <a:r>
              <a:t>SmartCraft Connect: integración Garmin, Raymarine, Simrad</a:t>
            </a:r>
          </a:p>
          <a:p>
            <a:pPr>
              <a:defRPr sz="2000"/>
            </a:pPr>
            <a:r>
              <a:t>JPO: atraque multimotores con joystick</a:t>
            </a:r>
          </a:p>
          <a:p>
            <a:pPr>
              <a:defRPr sz="2000"/>
            </a:pPr>
            <a:r>
              <a:t>Skyhook: ancla digital GPS</a:t>
            </a:r>
          </a:p>
          <a:p>
            <a:pPr>
              <a:defRPr sz="2000"/>
            </a:pPr>
            <a:r>
              <a:t>Active Trim: ajuste automático del ángulo del motor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Accesorios y repuestos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SeaChoice: LED, eléctrico, anclajes, PFD, remolque</a:t>
            </a:r>
          </a:p>
          <a:p>
            <a:pPr>
              <a:defRPr sz="2000"/>
            </a:pPr>
            <a:r>
              <a:t>Attwood: combustible, herrajes inox, bombas achique, ventilación</a:t>
            </a:r>
          </a:p>
          <a:p>
            <a:pPr>
              <a:defRPr sz="2000"/>
            </a:pPr>
            <a:r>
              <a:t>Mercury Precision Parts / Quicksilver Parts: originales, lubricantes, filtros, ánodos, kits 100h/300h</a:t>
            </a:r>
          </a:p>
          <a:p>
            <a:pPr>
              <a:defRPr sz="2000"/>
            </a:pPr>
            <a:r>
              <a:t>Otras marcas: Simrad, Lowrance, Land n Sea, Besto, OneUp, Radinn</a:t>
            </a:r>
          </a:p>
          <a:p>
            <a:pPr>
              <a:defRPr sz="2000"/>
            </a:pPr>
            <a:r>
              <a:t>Catálogo: +5.000 referencias | entrega 24–48h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España: C/ Mario Vargas Llosa, 20. 28850 Torrejón de Ardoz, Madrid</a:t>
            </a:r>
          </a:p>
          <a:p>
            <a:pPr>
              <a:defRPr sz="2000"/>
            </a:pPr>
            <a:r>
              <a:t>Tel: +34 91 657 27 73</a:t>
            </a:r>
          </a:p>
          <a:p>
            <a:pPr>
              <a:defRPr sz="2000"/>
            </a:pPr>
            <a:r>
              <a:t>Email: touron@touronsa.es</a:t>
            </a:r>
          </a:p>
          <a:p>
            <a:pPr>
              <a:defRPr sz="2000"/>
            </a:pPr>
            <a:r>
              <a:t>Portugal: Cascais Office, R/C Sala B. Rotunda das Palmeiras, 2645-091 Alcabideche</a:t>
            </a:r>
          </a:p>
          <a:p>
            <a:pPr>
              <a:defRPr sz="2000"/>
            </a:pPr>
            <a:r>
              <a:t>Tel: +351 21 460 76 90</a:t>
            </a:r>
          </a:p>
          <a:p>
            <a:pPr>
              <a:defRPr sz="2000"/>
            </a:pPr>
            <a:r>
              <a:t>Email: geral@touronsa.pt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Información adicional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touron.es/contacto</a:t>
            </a:r>
          </a:p>
          <a:p>
            <a:pPr>
              <a:defRPr sz="2000"/>
            </a:pPr>
            <a:r>
              <a:t>touron.es/localizacion</a:t>
            </a:r>
          </a:p>
          <a:p>
            <a:pPr>
              <a:defRPr sz="2000"/>
            </a:pPr>
            <a:r>
              <a:t>touron.es/productos</a:t>
            </a:r>
          </a:p>
          <a:p>
            <a:pPr>
              <a:defRPr sz="2000"/>
            </a:pPr>
            <a:r>
              <a:t>touron.es/noticias-y-blog</a:t>
            </a:r>
          </a:p>
          <a:p>
            <a:pPr>
              <a:defRPr sz="2000"/>
            </a:pPr>
            <a:r>
              <a:t>download.brunswick-marine.com</a:t>
            </a:r>
          </a:p>
          <a:p>
            <a:pPr>
              <a:defRPr sz="2000"/>
            </a:pPr>
            <a:r>
              <a:t>Touron no facilita precios ni presupuestos directamente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